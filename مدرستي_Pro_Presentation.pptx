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slides/asset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14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599" y="12980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469" y="1729829"/>
            <a:ext cx="8595211" cy="694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60"/>
              </a:lnSpc>
              <a:spcAft>
                <a:spcPts val="12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مدرستي Pro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267200" y="2524869"/>
            <a:ext cx="60960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918564" y="2816870"/>
            <a:ext cx="3306872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3200"/>
              </a:spcAft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إدارة المدرسة الذكي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75246" y="3578721"/>
            <a:ext cx="2393507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تطوير Vision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81900" y="314176"/>
            <a:ext cx="1333500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26450" y="761851"/>
            <a:ext cx="50795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52351"/>
            <a:ext cx="7924800" cy="679400"/>
          </a:xfrm>
          <a:prstGeom prst="roundRect">
            <a:avLst>
              <a:gd name="adj" fmla="val 149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32874" y="1114276"/>
            <a:ext cx="63401" cy="355550"/>
          </a:xfrm>
          <a:prstGeom prst="roundRect">
            <a:avLst>
              <a:gd name="adj" fmla="val 60094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49379" y="1167557"/>
            <a:ext cx="2750692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صعوبة إدارة بيانات الطلاب يدوياً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1733252"/>
            <a:ext cx="7924800" cy="679400"/>
          </a:xfrm>
          <a:prstGeom prst="roundRect">
            <a:avLst>
              <a:gd name="adj" fmla="val 149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32874" y="1895177"/>
            <a:ext cx="63401" cy="355550"/>
          </a:xfrm>
          <a:prstGeom prst="roundRect">
            <a:avLst>
              <a:gd name="adj" fmla="val 60094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1779" y="1948458"/>
            <a:ext cx="2570860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وجود نظام حضور موثوق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2514154"/>
            <a:ext cx="7924800" cy="679400"/>
          </a:xfrm>
          <a:prstGeom prst="roundRect">
            <a:avLst>
              <a:gd name="adj" fmla="val 149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32874" y="2676079"/>
            <a:ext cx="63401" cy="355550"/>
          </a:xfrm>
          <a:prstGeom prst="roundRect">
            <a:avLst>
              <a:gd name="adj" fmla="val 60094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51066" y="2729359"/>
            <a:ext cx="2276701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بطء عملية إدخال الدرجات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600" y="3295055"/>
            <a:ext cx="7924800" cy="679400"/>
          </a:xfrm>
          <a:prstGeom prst="roundRect">
            <a:avLst>
              <a:gd name="adj" fmla="val 149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32874" y="3456980"/>
            <a:ext cx="63401" cy="355550"/>
          </a:xfrm>
          <a:prstGeom prst="roundRect">
            <a:avLst>
              <a:gd name="adj" fmla="val 60094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91002" y="3510260"/>
            <a:ext cx="1757577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صعوبة إعداد التقارير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4075956"/>
            <a:ext cx="7924800" cy="679400"/>
          </a:xfrm>
          <a:prstGeom prst="roundRect">
            <a:avLst>
              <a:gd name="adj" fmla="val 1495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32874" y="4237881"/>
            <a:ext cx="63401" cy="355550"/>
          </a:xfrm>
          <a:prstGeom prst="roundRect">
            <a:avLst>
              <a:gd name="adj" fmla="val 60094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50507" y="4291161"/>
            <a:ext cx="3339361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وجود تواصل فعال مع أولياء الأمور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18783" y="180975"/>
            <a:ext cx="289452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 - مدرستي Pro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96300" y="1041499"/>
            <a:ext cx="38100" cy="457200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16198"/>
            <a:ext cx="8507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إدارة مدرسية متكامل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1352699"/>
            <a:ext cx="8507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شاملة تغطي جميع جوانب الإدارة المدرسية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96300" y="1841450"/>
            <a:ext cx="38100" cy="457200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16150"/>
            <a:ext cx="8507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بالـ QR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2152650"/>
            <a:ext cx="8507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دخول وخروج آلي وسريع بالمسح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96300" y="2641402"/>
            <a:ext cx="38100" cy="457200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2616101"/>
            <a:ext cx="8507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درجات ذكية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" y="2952601"/>
            <a:ext cx="8507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وتحليل الدرجات مع حماية وتتبع التعديلات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96300" y="3441353"/>
            <a:ext cx="38100" cy="457200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3416052"/>
            <a:ext cx="85344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فورية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600" y="3752552"/>
            <a:ext cx="8507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إحصائيات وتقارير لحظية بنقرة واحدة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96300" y="4241304"/>
            <a:ext cx="38100" cy="457200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4216003"/>
            <a:ext cx="8507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عربية سهلة الاستخدام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4552504"/>
            <a:ext cx="85077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عربي بالكامل يراعي تجربة المستخدم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550"/>
            <a:ext cx="85344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المميزات الرئيسية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26450" y="802481"/>
            <a:ext cx="50795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1233190"/>
            <a:ext cx="2438400" cy="1619101"/>
          </a:xfrm>
          <a:prstGeom prst="roundRect">
            <a:avLst>
              <a:gd name="adj" fmla="val 78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23299" y="1461790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z/my-project/slides/assets/icon-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749" y="1487091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25767" y="2096691"/>
            <a:ext cx="124679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الطلاب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33542" y="2395091"/>
            <a:ext cx="223929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شامل لكل طالب مع QR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54450" y="1233190"/>
            <a:ext cx="2438400" cy="1619101"/>
          </a:xfrm>
          <a:prstGeom prst="roundRect">
            <a:avLst>
              <a:gd name="adj" fmla="val 78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181749" y="1461790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home/z/my-project/slides/assets/icon-teac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198" y="1487091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5616" y="2096691"/>
            <a:ext cx="1530263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المدرسين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86175" y="2395091"/>
            <a:ext cx="23641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المدرسين بالمواد والصفوف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2899" y="1233190"/>
            <a:ext cx="2438400" cy="1619101"/>
          </a:xfrm>
          <a:prstGeom prst="roundRect">
            <a:avLst>
              <a:gd name="adj" fmla="val 78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540198" y="1461790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home/z/my-project/slides/assets/icon-subje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648" y="1487091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37916" y="2096691"/>
            <a:ext cx="112868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المواد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03709" y="2395091"/>
            <a:ext cx="229443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مواد أساسية مع توزيع درجات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096000" y="3055441"/>
            <a:ext cx="2438400" cy="1847701"/>
          </a:xfrm>
          <a:prstGeom prst="roundRect">
            <a:avLst>
              <a:gd name="adj" fmla="val 68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7823299" y="3284041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home/z/my-project/slides/assets/icon-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749" y="330934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25792" y="3918942"/>
            <a:ext cx="104709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QR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299150" y="4217343"/>
            <a:ext cx="2133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دخول وخروج آلي بالمسح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454450" y="3055441"/>
            <a:ext cx="2438400" cy="1847701"/>
          </a:xfrm>
          <a:prstGeom prst="roundRect">
            <a:avLst>
              <a:gd name="adj" fmla="val 68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5181749" y="3284041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/home/z/my-project/slides/assets/icon-repo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198" y="3309342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08674" y="3918942"/>
            <a:ext cx="755332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657600" y="4217343"/>
            <a:ext cx="2133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حضور ودرجات ونسب نجاح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2899" y="3055441"/>
            <a:ext cx="2438400" cy="1847701"/>
          </a:xfrm>
          <a:prstGeom prst="roundRect">
            <a:avLst>
              <a:gd name="adj" fmla="val 68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2540198" y="3284041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/home/z/my-project/slides/assets/icon-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5648" y="3309342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248049" y="3918942"/>
            <a:ext cx="104013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الصلاحيات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1369368" y="4217343"/>
            <a:ext cx="198096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مستويات صلاحية مختلفة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129784" y="180975"/>
            <a:ext cx="300577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الحضور بالـ QR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99" y="894011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78267" y="1001911"/>
            <a:ext cx="14623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2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18599" y="1300311"/>
            <a:ext cx="25301" cy="253901"/>
          </a:xfrm>
          <a:prstGeom prst="rect">
            <a:avLst/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944761"/>
            <a:ext cx="8046884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QR تلقائي لكل طالب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259532"/>
            <a:ext cx="8046884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يتم إنشاء رمز QR فريد لكل طالب عند التسجيل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99" y="175736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78267" y="1865263"/>
            <a:ext cx="14623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2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18599" y="2163663"/>
            <a:ext cx="25301" cy="253901"/>
          </a:xfrm>
          <a:prstGeom prst="rect">
            <a:avLst/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1808113"/>
            <a:ext cx="8046884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مسح البطاقة عند الدخول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2122884"/>
            <a:ext cx="8046884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مسح سريع لبطاقة الطالب عبر قارئ QR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99" y="2620714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78267" y="2728615"/>
            <a:ext cx="14623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2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18599" y="3027015"/>
            <a:ext cx="25301" cy="253901"/>
          </a:xfrm>
          <a:prstGeom prst="rect">
            <a:avLst/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2671465"/>
            <a:ext cx="8046884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الوقت تلقائياً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2986236"/>
            <a:ext cx="8046884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دقيق لوقت الدخول والخروج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99" y="3484066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78267" y="3591967"/>
            <a:ext cx="14623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2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18599" y="3890367"/>
            <a:ext cx="25301" cy="253901"/>
          </a:xfrm>
          <a:prstGeom prst="rect">
            <a:avLst/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" y="3534817"/>
            <a:ext cx="8046884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حالة الحضور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3849588"/>
            <a:ext cx="8046884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حاضر / متأخر / غائب - تصنيف تلقائي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99" y="434741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78267" y="4455319"/>
            <a:ext cx="14623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2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9600" y="4398169"/>
            <a:ext cx="848580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مسح عند الخروج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4712940"/>
            <a:ext cx="8046884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الخروج المبكر وتتبع حركة الطلاب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550"/>
            <a:ext cx="85344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الدرجات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26450" y="802481"/>
            <a:ext cx="50795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24800" y="1188839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8362" y="1366540"/>
            <a:ext cx="389817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600" y="1218754"/>
            <a:ext cx="782325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درجات حسب المادة والامتحان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520875"/>
            <a:ext cx="7823255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مرن للدرجات حسب المادة ونوع الامتحان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24800" y="197614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2E6B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88362" y="2153841"/>
            <a:ext cx="389817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600" y="2006054"/>
            <a:ext cx="782325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أنواع امتحانات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308175"/>
            <a:ext cx="7823255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 أول · شهر ثاني · نشاط · نصف السنة · نهاية السنة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24800" y="2763441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60A8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88362" y="2941141"/>
            <a:ext cx="389817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9600" y="2793355"/>
            <a:ext cx="782325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الدرجات المعتمدة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095476"/>
            <a:ext cx="7823255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يمكن تعديل الدرجة بعد الاعتماد إلا بطلب رسمي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24800" y="3550741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88362" y="3728442"/>
            <a:ext cx="389817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2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9600" y="3580656"/>
            <a:ext cx="782325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تعديلات الدرجات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3882777"/>
            <a:ext cx="7823255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تتبع كامل لجميع التعديلات مع السبب والموافقة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24800" y="4338042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88362" y="4515743"/>
            <a:ext cx="389817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9600" y="4367957"/>
            <a:ext cx="782325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إحصائيات تلقائية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4670078"/>
            <a:ext cx="7823255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معدل · أعلى درجة · أدنى درجة · نسبة النجاح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slides/assets/dark-accent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04800"/>
            <a:ext cx="85344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مستويات الصلاحيات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8026450" y="721221"/>
            <a:ext cx="50795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1651397"/>
            <a:ext cx="1866900" cy="1274564"/>
          </a:xfrm>
          <a:prstGeom prst="roundRect">
            <a:avLst>
              <a:gd name="adj" fmla="val 79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home/z/my-project/slides/assets/icon-role-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800" y="1838623"/>
            <a:ext cx="406301" cy="4063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34726" y="2321123"/>
            <a:ext cx="532448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185727" y="2557165"/>
            <a:ext cx="830595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تحكم كامل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648200" y="1651397"/>
            <a:ext cx="1866900" cy="1274564"/>
          </a:xfrm>
          <a:prstGeom prst="roundRect">
            <a:avLst>
              <a:gd name="adj" fmla="val 79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/home/z/my-project/slides/assets/icon-role-ass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500" y="1838623"/>
            <a:ext cx="406301" cy="4063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53514" y="2321123"/>
            <a:ext cx="656273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المعاون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816486" y="2557165"/>
            <a:ext cx="153032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الطلاب والحضور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628900" y="1651397"/>
            <a:ext cx="1866900" cy="1274564"/>
          </a:xfrm>
          <a:prstGeom prst="roundRect">
            <a:avLst>
              <a:gd name="adj" fmla="val 79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/home/z/my-project/slides/assets/icon-role-re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200" y="1838623"/>
            <a:ext cx="406301" cy="4063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890212" y="2321123"/>
            <a:ext cx="1344424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 التسجيل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2830904" y="2557165"/>
            <a:ext cx="146289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وتعديل الطلاب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09600" y="1651397"/>
            <a:ext cx="1866900" cy="1274564"/>
          </a:xfrm>
          <a:prstGeom prst="roundRect">
            <a:avLst>
              <a:gd name="adj" fmla="val 79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4" descr="/home/z/my-project/slides/assets/icon-role-g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900" y="1838623"/>
            <a:ext cx="406301" cy="40630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5400" y="2321123"/>
            <a:ext cx="1155448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 البوابة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010799" y="2557165"/>
            <a:ext cx="106465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مسح QR فقط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667500" y="3078361"/>
            <a:ext cx="1866900" cy="1274564"/>
          </a:xfrm>
          <a:prstGeom prst="roundRect">
            <a:avLst>
              <a:gd name="adj" fmla="val 79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/home/z/my-project/slides/assets/icon-role-teach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800" y="3265587"/>
            <a:ext cx="406301" cy="40630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41857" y="3748087"/>
            <a:ext cx="718185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المدرس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6936941" y="3984129"/>
            <a:ext cx="132801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درجات مادته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648200" y="3078361"/>
            <a:ext cx="1866900" cy="1274564"/>
          </a:xfrm>
          <a:prstGeom prst="roundRect">
            <a:avLst>
              <a:gd name="adj" fmla="val 79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6" descr="/home/z/my-project/slides/assets/icon-role-par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8500" y="3265587"/>
            <a:ext cx="406301" cy="406301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80357" y="3748087"/>
            <a:ext cx="802734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ولي الأمر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5215122" y="3984129"/>
            <a:ext cx="733205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ابنه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2628900" y="3078361"/>
            <a:ext cx="1866900" cy="1274564"/>
          </a:xfrm>
          <a:prstGeom prst="roundRect">
            <a:avLst>
              <a:gd name="adj" fmla="val 79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7" descr="/home/z/my-project/slides/assets/icon-role-stud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9200" y="3265587"/>
            <a:ext cx="406301" cy="406301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246596" y="3748087"/>
            <a:ext cx="631508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3006846" y="3984129"/>
            <a:ext cx="1111157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مشاهدة درجاته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609600" y="3078361"/>
            <a:ext cx="1866900" cy="1274564"/>
          </a:xfrm>
          <a:prstGeom prst="roundRect">
            <a:avLst>
              <a:gd name="adj" fmla="val 79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8" descr="/home/z/my-project/slides/assets/icon-role-sysadmi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9900" y="3265587"/>
            <a:ext cx="406301" cy="406301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35873" y="3748087"/>
            <a:ext cx="1214503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مسؤول النظام</a:t>
            </a:r>
            <a:endParaRPr lang="en-US" sz="1300" dirty="0"/>
          </a:p>
        </p:txBody>
      </p:sp>
      <p:sp>
        <p:nvSpPr>
          <p:cNvPr id="36" name="Text 25"/>
          <p:cNvSpPr/>
          <p:nvPr/>
        </p:nvSpPr>
        <p:spPr>
          <a:xfrm>
            <a:off x="1020049" y="3984129"/>
            <a:ext cx="104615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الإعدادات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2099" y="0"/>
            <a:ext cx="33019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1398" y="1814959"/>
            <a:ext cx="406301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48400" y="2056209"/>
            <a:ext cx="2895600" cy="92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المستخدمة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48400" y="3061692"/>
            <a:ext cx="28956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أحدث التقنيات لأفضل أداء وتجربة</a:t>
            </a:r>
            <a:endParaRPr lang="en-US" sz="1400" dirty="0"/>
          </a:p>
        </p:txBody>
      </p:sp>
      <p:pic>
        <p:nvPicPr>
          <p:cNvPr id="6" name="Image 0" descr="/home/z/my-project/slides/assets/tech-nextj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198" y="382191"/>
            <a:ext cx="507950" cy="507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950" y="376089"/>
            <a:ext cx="4773513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7950" y="665411"/>
            <a:ext cx="4773513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العمل</a:t>
            </a:r>
            <a:endParaRPr lang="en-US" sz="1300" dirty="0"/>
          </a:p>
        </p:txBody>
      </p:sp>
      <p:pic>
        <p:nvPicPr>
          <p:cNvPr id="9" name="Image 1" descr="/home/z/my-project/slides/assets/tech-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198" y="1156395"/>
            <a:ext cx="507950" cy="5079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7950" y="1150293"/>
            <a:ext cx="4773513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7950" y="1439614"/>
            <a:ext cx="4773513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 البرمجة</a:t>
            </a:r>
            <a:endParaRPr lang="en-US" sz="1300" dirty="0"/>
          </a:p>
        </p:txBody>
      </p:sp>
      <p:pic>
        <p:nvPicPr>
          <p:cNvPr id="12" name="Image 2" descr="/home/z/my-project/slides/assets/tech-pris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198" y="1930598"/>
            <a:ext cx="507950" cy="5079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950" y="1924496"/>
            <a:ext cx="5020419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07950" y="2213818"/>
            <a:ext cx="4773513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البيانات</a:t>
            </a:r>
            <a:endParaRPr lang="en-US" sz="1300" dirty="0"/>
          </a:p>
        </p:txBody>
      </p:sp>
      <p:pic>
        <p:nvPicPr>
          <p:cNvPr id="15" name="Image 3" descr="/home/z/my-project/slides/assets/tech-tailwi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198" y="2704802"/>
            <a:ext cx="507950" cy="5079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7950" y="2698700"/>
            <a:ext cx="4773513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07950" y="2988022"/>
            <a:ext cx="5020419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التصميم</a:t>
            </a:r>
            <a:endParaRPr lang="en-US" sz="1300" dirty="0"/>
          </a:p>
        </p:txBody>
      </p:sp>
      <p:pic>
        <p:nvPicPr>
          <p:cNvPr id="18" name="Image 4" descr="/home/z/my-project/slides/assets/tech-shadc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198" y="3479006"/>
            <a:ext cx="507950" cy="5079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7950" y="3472904"/>
            <a:ext cx="5020419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shadcn/ui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507950" y="3762226"/>
            <a:ext cx="5020419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المكونات</a:t>
            </a:r>
            <a:endParaRPr lang="en-US" sz="1300" dirty="0"/>
          </a:p>
        </p:txBody>
      </p:sp>
      <p:pic>
        <p:nvPicPr>
          <p:cNvPr id="21" name="Image 5" descr="/home/z/my-project/slides/assets/tech-q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6198" y="4253210"/>
            <a:ext cx="507950" cy="5079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7950" y="4247108"/>
            <a:ext cx="5020419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507950" y="4536430"/>
            <a:ext cx="4773513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الحضور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D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2262" y="180975"/>
            <a:ext cx="182370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0" y="1575048"/>
            <a:ext cx="2438400" cy="1178272"/>
          </a:xfrm>
          <a:prstGeom prst="roundRect">
            <a:avLst>
              <a:gd name="adj" fmla="val 10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13052" y="1828949"/>
            <a:ext cx="2804297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55298" y="2286149"/>
            <a:ext cx="2519803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الطلاب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05200" y="1575048"/>
            <a:ext cx="2438400" cy="1178272"/>
          </a:xfrm>
          <a:prstGeom prst="roundRect">
            <a:avLst>
              <a:gd name="adj" fmla="val 10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22252" y="1828949"/>
            <a:ext cx="2804297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64498" y="2286149"/>
            <a:ext cx="2519803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الحضور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575048"/>
            <a:ext cx="2438400" cy="1178272"/>
          </a:xfrm>
          <a:prstGeom prst="roundRect">
            <a:avLst>
              <a:gd name="adj" fmla="val 10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452" y="1828949"/>
            <a:ext cx="2804297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73698" y="2286149"/>
            <a:ext cx="2519803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النجاح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32699" y="2956471"/>
            <a:ext cx="1701701" cy="1322933"/>
          </a:xfrm>
          <a:prstGeom prst="roundRect">
            <a:avLst>
              <a:gd name="adj" fmla="val 9600"/>
            </a:avLst>
          </a:prstGeom>
          <a:noFill/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50300" y="3153221"/>
            <a:ext cx="38100" cy="253901"/>
          </a:xfrm>
          <a:prstGeom prst="roundRect">
            <a:avLst>
              <a:gd name="adj" fmla="val 66667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40372" y="3483322"/>
            <a:ext cx="174802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 الحضور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8215" y="3719512"/>
            <a:ext cx="1480185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عمليات الحضور الأخيرة لحظياً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04048" y="2956471"/>
            <a:ext cx="1701701" cy="1322933"/>
          </a:xfrm>
          <a:prstGeom prst="roundRect">
            <a:avLst>
              <a:gd name="adj" fmla="val 9600"/>
            </a:avLst>
          </a:prstGeom>
          <a:noFill/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21648" y="3153221"/>
            <a:ext cx="38100" cy="253901"/>
          </a:xfrm>
          <a:prstGeom prst="roundRect">
            <a:avLst>
              <a:gd name="adj" fmla="val 66667"/>
            </a:avLst>
          </a:prstGeom>
          <a:solidFill>
            <a:srgbClr val="7EC8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1720" y="3483322"/>
            <a:ext cx="174802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إكمال الدرجات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9563" y="3719512"/>
            <a:ext cx="1480185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 إدخال الدرجات لكل مادة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75397" y="2956471"/>
            <a:ext cx="1701701" cy="1322933"/>
          </a:xfrm>
          <a:prstGeom prst="roundRect">
            <a:avLst>
              <a:gd name="adj" fmla="val 9600"/>
            </a:avLst>
          </a:prstGeom>
          <a:noFill/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92997" y="3153221"/>
            <a:ext cx="38100" cy="253901"/>
          </a:xfrm>
          <a:prstGeom prst="roundRect">
            <a:avLst>
              <a:gd name="adj" fmla="val 66667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98487" y="3483322"/>
            <a:ext cx="1832610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الإشعارات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50912" y="3719512"/>
            <a:ext cx="1480185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فورية للمستخدمين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46746" y="2956471"/>
            <a:ext cx="1701701" cy="1322933"/>
          </a:xfrm>
          <a:prstGeom prst="roundRect">
            <a:avLst>
              <a:gd name="adj" fmla="val 9600"/>
            </a:avLst>
          </a:prstGeom>
          <a:noFill/>
          <a:ln w="19050">
            <a:solidFill>
              <a:srgbClr val="A8D4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64346" y="3153221"/>
            <a:ext cx="38100" cy="253901"/>
          </a:xfrm>
          <a:prstGeom prst="roundRect">
            <a:avLst>
              <a:gd name="adj" fmla="val 66667"/>
            </a:avLst>
          </a:prstGeom>
          <a:solidFill>
            <a:srgbClr val="2E6B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54418" y="3483322"/>
            <a:ext cx="174802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بيانية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9000" y="3719512"/>
            <a:ext cx="166344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تفاعلية للتحليل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550"/>
            <a:ext cx="85344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التطوير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26450" y="802481"/>
            <a:ext cx="50795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77200" y="167714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56389" y="1816745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93150" y="2134344"/>
            <a:ext cx="25301" cy="355550"/>
          </a:xfrm>
          <a:prstGeom prst="rect">
            <a:avLst/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727895"/>
            <a:ext cx="7990895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الثانية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600" y="2059335"/>
            <a:ext cx="7990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WhatsApp + SMS · ملاحظات سلوكية · أرشفة سنوات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77200" y="27437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EC8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56389" y="2883396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93150" y="3200995"/>
            <a:ext cx="25301" cy="355550"/>
          </a:xfrm>
          <a:prstGeom prst="rect">
            <a:avLst/>
          </a:prstGeom>
          <a:solidFill>
            <a:srgbClr val="D8EE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2794546"/>
            <a:ext cx="7990895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الثالثة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125986"/>
            <a:ext cx="7990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موبايل · حساب ولي الأمر · حساب الطالب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77200" y="381044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18C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56389" y="3950047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600" y="3861197"/>
            <a:ext cx="7990895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الرابعة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09600" y="4192637"/>
            <a:ext cx="799089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ذكاء اصطناعي · تحليلات متقدمة · توقع الرسوب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slides/asset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14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599" y="114969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469" y="1581448"/>
            <a:ext cx="8595211" cy="63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2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مدرستي Pro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267200" y="2317849"/>
            <a:ext cx="609600" cy="38100"/>
          </a:xfrm>
          <a:prstGeom prst="rect">
            <a:avLst/>
          </a:prstGeom>
          <a:solidFill>
            <a:srgbClr val="DCBD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120875" y="2609850"/>
            <a:ext cx="2902250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2800"/>
              </a:spcAft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 إدارة مدرسية أذكى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743195" y="3320951"/>
            <a:ext cx="1657759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تطوير Vision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999012" y="3689152"/>
            <a:ext cx="1145977" cy="329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CB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مدرستي Pro</dc:title>
  <dc:subject>مدرستي Pro - نظام إدارة المدرسة الذكي</dc:subject>
  <dc:creator>Vision</dc:creator>
  <cp:lastModifiedBy>Vision</cp:lastModifiedBy>
  <cp:revision>1</cp:revision>
  <dcterms:created xsi:type="dcterms:W3CDTF">2026-05-05T06:52:40Z</dcterms:created>
  <dcterms:modified xsi:type="dcterms:W3CDTF">2026-05-05T06:52:40Z</dcterms:modified>
</cp:coreProperties>
</file>